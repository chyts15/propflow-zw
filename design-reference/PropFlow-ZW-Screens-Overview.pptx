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PropFlow ZW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9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Overview — Dark &amp; Light Mode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approved screens · desktop &amp; mobile · dark theme (primary) and light theme (complete)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Landing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The split first impression — landlords and tenants choose their side from the same door.</a:t>
            </a:r>
            <a:endParaRPr lang="en-US" sz="1150" dirty="0"/>
          </a:p>
        </p:txBody>
      </p:sp>
      <p:pic>
        <p:nvPicPr>
          <p:cNvPr id="4" name="Image 0" descr="img/portal-landing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portal-landing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Portal Landing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Landing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The split first impression — landlords and tenants choose their side from the same door.</a:t>
            </a:r>
            <a:endParaRPr lang="en-US" sz="1150" dirty="0"/>
          </a:p>
        </p:txBody>
      </p:sp>
      <p:pic>
        <p:nvPicPr>
          <p:cNvPr id="4" name="Image 0" descr="img/mobile-portal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mobile-portal-landing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Portal Landing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Landlord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Daily home base — on-time collections hero stat, critical alerts, complaints and rent status.</a:t>
            </a:r>
            <a:endParaRPr lang="en-US" sz="1150" dirty="0"/>
          </a:p>
        </p:txBody>
      </p:sp>
      <p:pic>
        <p:nvPicPr>
          <p:cNvPr id="4" name="Image 0" descr="img/landlord-dashboar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landlord-dashboard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Landlord Dashboard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Landlord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Daily home base — on-time collections hero stat, critical alerts, complaints and rent status.</a:t>
            </a:r>
            <a:endParaRPr lang="en-US" sz="1150" dirty="0"/>
          </a:p>
        </p:txBody>
      </p:sp>
      <p:pic>
        <p:nvPicPr>
          <p:cNvPr id="4" name="Image 0" descr="img/landlord-dashboard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landlord-dashboard-mobil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Landlord Dashboard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Home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The tenant's flagship screen — rent status, open complaints, and a one-tap issue report.</a:t>
            </a:r>
            <a:endParaRPr lang="en-US" sz="1150" dirty="0"/>
          </a:p>
        </p:txBody>
      </p:sp>
      <p:pic>
        <p:nvPicPr>
          <p:cNvPr id="4" name="Image 0" descr="img/tenant-home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tenant-home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Tenant Home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Home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The tenant's flagship screen — rent status, open complaints, and a one-tap issue report.</a:t>
            </a:r>
            <a:endParaRPr lang="en-US" sz="1150" dirty="0"/>
          </a:p>
        </p:txBody>
      </p:sp>
      <p:pic>
        <p:nvPicPr>
          <p:cNvPr id="4" name="Image 0" descr="img/tenant-home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tenant-home-mobil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Tenant Home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 &amp; Units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The workhorse data screen — occupancy at a glance, unit-by-unit management.</a:t>
            </a:r>
            <a:endParaRPr lang="en-US" sz="1150" dirty="0"/>
          </a:p>
        </p:txBody>
      </p:sp>
      <p:pic>
        <p:nvPicPr>
          <p:cNvPr id="4" name="Image 0" descr="img/properties-cru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properties-crud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Properties &amp; Units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 &amp; Units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The workhorse data screen — occupancy at a glance, unit-by-unit management.</a:t>
            </a:r>
            <a:endParaRPr lang="en-US" sz="1150" dirty="0"/>
          </a:p>
        </p:txBody>
      </p:sp>
      <p:pic>
        <p:nvPicPr>
          <p:cNvPr id="4" name="Image 0" descr="img/properties-crud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properties-crud-mobil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Properties &amp; Units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Ledger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Every unit's rent for the month, with proof-pending rows visibly highlighted.</a:t>
            </a:r>
            <a:endParaRPr lang="en-US" sz="1150" dirty="0"/>
          </a:p>
        </p:txBody>
      </p:sp>
      <p:pic>
        <p:nvPicPr>
          <p:cNvPr id="4" name="Image 0" descr="img/rent-ledger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rent-ledger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Rent Ledger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Ledger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Every unit's rent for the month, with proof-pending rows visibly highlighted.</a:t>
            </a:r>
            <a:endParaRPr lang="en-US" sz="1150" dirty="0"/>
          </a:p>
        </p:txBody>
      </p:sp>
      <p:pic>
        <p:nvPicPr>
          <p:cNvPr id="4" name="Image 0" descr="img/rent-ledger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rent-ledger-mobil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Rent Ledger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Rent &amp; Proof Upload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Pay your landlord as usual, then upload proof here — plus 12 months of history.</a:t>
            </a:r>
            <a:endParaRPr lang="en-US" sz="1150" dirty="0"/>
          </a:p>
        </p:txBody>
      </p:sp>
      <p:pic>
        <p:nvPicPr>
          <p:cNvPr id="4" name="Image 0" descr="img/tenant-ren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tenant-rent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Tenant Rent &amp; Proof Upload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Rent &amp; Proof Upload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Pay your landlord as usual, then upload proof here — plus 12 months of history.</a:t>
            </a:r>
            <a:endParaRPr lang="en-US" sz="1150" dirty="0"/>
          </a:p>
        </p:txBody>
      </p:sp>
      <p:pic>
        <p:nvPicPr>
          <p:cNvPr id="4" name="Image 0" descr="img/tenant-rent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tenant-rent-mobil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Tenant Rent &amp; Proof Upload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 → Billing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 ·  PropFlow's own subscription, billed the same way landlords collect rent.</a:t>
            </a:r>
            <a:endParaRPr lang="en-US" sz="1150" dirty="0"/>
          </a:p>
        </p:txBody>
      </p:sp>
      <p:pic>
        <p:nvPicPr>
          <p:cNvPr id="4" name="Image 0" descr="img/settings-billing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settings-billing-desktop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325880"/>
            <a:ext cx="5394960" cy="33718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6235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31636" y="480745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Settings → Billing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 → Billing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7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 ·  PropFlow's own subscription, billed the same way landlords collect rent.</a:t>
            </a:r>
            <a:endParaRPr lang="en-US" sz="1150" dirty="0"/>
          </a:p>
        </p:txBody>
      </p:sp>
      <p:pic>
        <p:nvPicPr>
          <p:cNvPr id="4" name="Image 0" descr="img/settings-billing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pic>
        <p:nvPicPr>
          <p:cNvPr id="5" name="Image 1" descr="img/settings-billing-mobil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234440"/>
            <a:ext cx="411480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2E221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81965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54496" y="5824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PropFlow ZW  ·  Settings → Billing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D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to come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3566160"/>
            <a:ext cx="9628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 conversion is complete for all 7 screens. Next: Auth pages review, and continued design iteration.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2026-08-20T17:00:01Z</dcterms:created>
  <dcterms:modified xsi:type="dcterms:W3CDTF">2026-08-20T17:00:01Z</dcterms:modified>
</cp:coreProperties>
</file>